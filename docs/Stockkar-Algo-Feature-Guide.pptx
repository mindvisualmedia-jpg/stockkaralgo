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840480"/>
            <a:ext cx="4206240" cy="4206240"/>
          </a:xfrm>
          <a:prstGeom prst="ellipse">
            <a:avLst/>
          </a:prstGeom>
          <a:solidFill>
            <a:srgbClr val="1B322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777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777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965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75104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AUTOMATION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Guide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4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of your automated trading app — explained in simple, plain language.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5029200"/>
            <a:ext cx="1733702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029200"/>
            <a:ext cx="17337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&amp; POSITIONAL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502920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1B3227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502920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DELIVERY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5029200"/>
            <a:ext cx="1817827" cy="310896"/>
          </a:xfrm>
          <a:prstGeom prst="roundRect">
            <a:avLst>
              <a:gd name="adj" fmla="val 50000"/>
            </a:avLst>
          </a:prstGeom>
          <a:solidFill>
            <a:srgbClr val="1B322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5029200"/>
            <a:ext cx="181782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CONTROL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Stockkar Algo?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trading assistant that watches the market for you, buys the stocks that match your rules, and always protects each trade with a stop-loss and target — automatically, during market hours.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3191256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008376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it 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runs on your own server with your own broker account. Nobody trades on your behalf.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8679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/>
        </p:spPr>
      </p:sp>
      <p:sp>
        <p:nvSpPr>
          <p:cNvPr id="10" name="Shape 8"/>
          <p:cNvSpPr/>
          <p:nvPr/>
        </p:nvSpPr>
        <p:spPr>
          <a:xfrm>
            <a:off x="676656" y="399592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1304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make the rules 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stocks, entry, stop-loss, target and timing. The app only follows your plan.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725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656" y="480060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61772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sleeps 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your chosen window it keeps checking prices and acts the moment your criteria are met.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4772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" y="560527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42239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first   </a:t>
            </a:r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position gets a protective exit at the broker — and the app keeps re-checking it.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60920" y="1554480"/>
            <a:ext cx="4279392" cy="4526280"/>
          </a:xfrm>
          <a:prstGeom prst="roundRect">
            <a:avLst>
              <a:gd name="adj" fmla="val 2137"/>
            </a:avLst>
          </a:prstGeom>
          <a:solidFill>
            <a:srgbClr val="0F1A14"/>
          </a:solidFill>
          <a:ln/>
        </p:spPr>
      </p:sp>
      <p:sp>
        <p:nvSpPr>
          <p:cNvPr id="19" name="Text 17"/>
          <p:cNvSpPr/>
          <p:nvPr/>
        </p:nvSpPr>
        <p:spPr>
          <a:xfrm>
            <a:off x="7726680" y="192024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APP IN ONE 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26680" y="2331720"/>
            <a:ext cx="35478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“Scan → Buy → Protect → Book profit — while I get on with my day.”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726680" y="4197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7964424" y="407822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4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stocks from a screener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26680" y="46542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7964424" y="453542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4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when your rules match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26680" y="51114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964424" y="499262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4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stop-loss + target instantly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26680" y="55686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7964424" y="5449824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4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profit, trails, and exits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4 simple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picking stocks to a fully protected trade — this is the whole journey.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stocks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84048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built-in or saved screener and load today’s matching stocks.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81528" y="320040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01568" y="210312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21608" y="2468880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3721608" y="2468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94176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algo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384048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entry filters, stop-loss, target, risk-reward, size and timing.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934456" y="320040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54496" y="210312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74536" y="2468880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574536" y="2468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47104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monitors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47104" y="384048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 checks prices repeatedly through your chosen window.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787384" y="3200400"/>
            <a:ext cx="338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07424" y="210312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27464" y="2468880"/>
            <a:ext cx="658368" cy="6583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9427464" y="24688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400032" y="3337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order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00032" y="384048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match it buys and instantly attaches a stop-loss + target.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set the rules once. After that, the app repeats steps 3–4 on its own.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Connection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B7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one-time keys that link the app to Stockkar and to your broker — plus the safety and alert settings.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Session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login link to Stockkar — it lets the app pull your screeners and watchlists.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your token from Stockkar → My Profile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in Settings and click Save Session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to READ your screeners &amp; watchlists — never to trade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it’s used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Stockkar token identifies you when the app fetches Built-in Screeners, Saved Screeners and Watchlists. If screeners stop loading, refresh this token first.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API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connects your real broker account (Dhan, Zerodha or Angel One) so the app can place your orders.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Execution Broker from the list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Client ID and a fresh Access Token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 keeps the token alive daily (7 AM &amp; 5 PM)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 setup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 App → My Profile → Dhan HQ → Generate Access Token. Paste Client ID + token, then click “Save Fresh Dhan Token”. The green badge shows ACTIVE with the estimated expiry.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 for Broker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only accept orders from an approved address. This is the address you whitelist with them.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Static IP shown in Settings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into your broker’s API / whitelist field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broker says “Invalid IP”, re-check this exact value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whitelisting, every order is rejected with “Invalid IP”. Whitelist the IP once; if your server’s address ever changes, update it in both places.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Alerts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message on Telegram whenever something important happens — no need to watch the screen.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placed, filled, or rejected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moved, target booked, or trade closed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— like a position needing attention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alert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“✅ RELIANCE bought @ 1,234 — stop-loss and target placed.” You stay informed on your phone, even away from the app.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Lock (PIN &amp; Recovery)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PIN that locks the app so only you can open the dashboard and change settings.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6–12 digit PIN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date-of-birth reset as a backup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wrong tries → the app locks for a while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of mind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app can place real orders, the PIN keeps it private on a shared or always-on machine. Forgot it? Use the date-of-birth reset or SSH recovery.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Updates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your app on the latest version with the newest features and safety fixes.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when a newer version is available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update — no reinstall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“New” badge appears in the menu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current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improvements ship here first. Keeping updated means your protection logic and broker fixes are always the latest.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STOCKS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Stocks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B7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stocks the app should consider — from Stockkar’s ready-made screeners, your own saved filters, or your watchlists.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Screeners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stock lists built by Stockkar — just pick one and the app loads today’s matches.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Attitude — overall strength read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Trap — spots crowd traps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Dead &amp; Giant Ride — volume / momentum plays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needed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work out of the box. Select one from the dropdown and click Fetch Screener to see the qualifying stocks with their scores.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Screeners &amp; Watchlists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custom filters and watchlists you created on Stockkar — pulled straight into the app.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Saved Screeners — your own filter rules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Watchlists — your hand-picked stocks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daily after 8:00 AM IST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lists, here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“Load My Screeners” or “Load My Watchlists”, choose one, and Fetch. No separate URL needed — your Stockkar token brings them in automatically.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Execute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fetching, you can review the stocks, export them, or fire orders manually — you’re always in charge.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Screener loads live matches with scores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to review outside the app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Trades lets you fire a batch by hand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automatic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Trades is for one-off manual orders. For hands-free trading, feed the same screener into an Algo (next section).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RULES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Algo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B7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7-step wizard turns your strategy into rules the app follows exactly — entry, stop-loss, trailing, target, size and timing.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· Overview &amp; Entry Criteria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algo, then set the conditions a stock must meet before the app is allowed to buy it.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entry filters (indicators / conditions)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price range — Min &amp; Max LTP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Sector / Industry filters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example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trade stocks priced ₹300–₹1,500 that pass your filters and belong to chosen sectors. Anything outside the rules is skipped.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Stop-Loss (SL) Criteria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the safety exit sits — the price at which a losing trade is cut automatically.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below entry price, or % below an indicator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choose No Stop-Loss (exit via targets only)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Risk-Reward (R:R), e.g. 2 means 1:2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example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₹100 with a 2% stop → SL at ₹98. With R:R of 2, the target sits twice as far away as the risk.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Trailing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move the stop-loss up as the trade goes your way — locking in safety, then profit.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SL to Cost — shift stop to breakeven once in profit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Post-Target EMA Trailing — trail a daily EMA after the target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only ever moves UP, never down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₹100, “Move SL to Cost” at 1.5% → once price hits ₹101.5, the stop jumps to ₹100. From then on the trade can’t become a loss.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Target (T1 / T2)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profit in two stages — take some off at the first target, let the rest run to the second.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1 % — books part of the position (e.g. 50%)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2 % — books the remaining quantity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how much to sell at T1 (25/50/75/100%)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example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₹100, T1 = 2% (₹102) sells 50%, T2 = 4% (₹104) sells the rest. You lock partial profit early and still ride the runner.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6–7 · Sizing &amp; Schedule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how much money each trade uses, and exactly when the algo is allowed to run.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per Trade (₹) decides the quantity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— NSE or BSE; product is CNC (delivery)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+ Start/End time define the run window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example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per trade, Mon–Fri, 9:15 AM to 10:30 AM. The app only scans and trades inside this window, then rests.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Deployment Controls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safety controls: whether orders are real, how many trades run at once, and when a stock can be re-bought.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28254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706624"/>
            <a:ext cx="5888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 — runs the full algo but places NO real orders. A safe way to practise and watch behaviour.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47872"/>
            <a:ext cx="5888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Open Positions — the most trades this algo holds at once (e.g. 3). New buys pause until a slot frees up.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507992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389120"/>
            <a:ext cx="58887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Re-entry After Exit — after a stock exits, skip re-buying it for N days. 0 = it can be bought again next day.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help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Open = 3, Re-entry = 15 days → the algo holds at most 3 stocks at a time. If a stock hits its target today, it won’t be re-bought for 15 days — so it never churns the same name.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BY DEFAULT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Engine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B7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makes Stockkar trustworthy — every position is protected at the broker and constantly re-checked against real broker data.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🧷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Protection (OCO / GTT)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stock is bought, a linked stop-loss + target is placed at the broker itself.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 uses a Forever OCO; Zerodha uses a GTT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exit hits → the other is cancelled automatically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lives at the broker, so it survives restarts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 the broker?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exit is held by the broker (not just the app), your stop-loss stays active even if your server or internet drops.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Exits — T1 Hit, T2 Running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book partial profit, the app tracks both parts and combines them into one final result.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T1: part is sold, the runner keeps its stop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clearly shows “T1 Hit · T2 Running”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P&amp;L adds T1 profit + T2 profit together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bookkeeping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never double-counts or loses the runner. Once T2 (or the trailed stop) hits, you see the true combined profit for the whole trade.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Stop to Cost (Breakeven)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rule that removes risk from a winning trade by lifting the stop to your entry price.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once price rises your chosen % above entry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at the broker before it’s marked done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this, the worst case is a flat trade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80833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80833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at ₹200, rule at 1%. At ₹202 the stop is raised to ₹200. The trade is now “risk-free” — it can still profit, but no longer lose.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Safety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keeps proving each position is protected using real broker data — and fixes problems by itself.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any position left without a live stop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Re-arms protection automatically, then verifies it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fakes a “closed” trade — it errs toward staying open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guesses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safety action is backed by an actual broker response — a real fill or a live order — so false alarms self-clear and real gaps get fixed within minutes.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DAY TO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Operate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B7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watch your live algos, review every order, and the simple routine to run the app with confidence.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509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Algos &amp; Order Log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what’s live right now, control it, and review a full history of every order and its outcome.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305409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93522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Algos — start, pause, resume or cancel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530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Log — status + plain rejection reasons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4215384"/>
            <a:ext cx="5888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trail status and result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78040" y="1572768"/>
            <a:ext cx="4462272" cy="4480560"/>
          </a:xfrm>
          <a:prstGeom prst="roundRect">
            <a:avLst>
              <a:gd name="adj" fmla="val 204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920240"/>
            <a:ext cx="1228954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1920240"/>
            <a:ext cx="122895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0" y="2441448"/>
            <a:ext cx="3822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172968"/>
            <a:ext cx="382219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shows its exact broker status. If something is rejected (e.g. “Invalid IP”), the reason is spelled out so you know precisely what to fix.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692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Operate · First-Time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once. About 10 minutes — then the app is ready to trade.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App Lock PIN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80160" y="245973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6–12 digit PIN and add a date-of-birth reset.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47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401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Stockkar Session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80160" y="375818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Stockkar token so screeners &amp; watchlists load.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48640" y="4745736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45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47000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Broker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280160" y="505663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broker, enter Client ID + fresh Access Token, save.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309360" y="214884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the Static IP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040880" y="245973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IP and paste it into your broker’s API dashboard.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309360" y="3447288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47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3401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Telegram Alerts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040880" y="375818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Telegram so you get order and safety notifications.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309360" y="4745736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7457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40880" y="47000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one screener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040880" y="505663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screener and confirm stocks load correctly.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9692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Operate · Daily Routine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days this takes under 5 minutes. The app does the watching.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828800" cy="512064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97480" y="219456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broker token shows ACTIVE and the app is unlocked.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63040" y="2706624"/>
            <a:ext cx="0" cy="128016"/>
          </a:xfrm>
          <a:prstGeom prst="line">
            <a:avLst/>
          </a:prstGeom>
          <a:noFill/>
          <a:ln w="19050">
            <a:solidFill>
              <a:srgbClr val="E4EB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34640"/>
            <a:ext cx="1828800" cy="512064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basket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97480" y="28346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today’s screener or watchlist for the stocks to consider.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63040" y="3346704"/>
            <a:ext cx="0" cy="128016"/>
          </a:xfrm>
          <a:prstGeom prst="line">
            <a:avLst/>
          </a:prstGeom>
          <a:noFill/>
          <a:ln w="19050">
            <a:solidFill>
              <a:srgbClr val="E4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74720"/>
            <a:ext cx="1828800" cy="512064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algo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97480" y="347472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(or resume) your algo — it runs in your chosen window.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63040" y="3986784"/>
            <a:ext cx="0" cy="128016"/>
          </a:xfrm>
          <a:prstGeom prst="line">
            <a:avLst/>
          </a:prstGeom>
          <a:noFill/>
          <a:ln w="19050">
            <a:solidFill>
              <a:srgbClr val="E4EB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14800"/>
            <a:ext cx="1828800" cy="512064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1480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market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97480" y="411480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scans, buys on a match, and protects each position.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463040" y="4626864"/>
            <a:ext cx="0" cy="128016"/>
          </a:xfrm>
          <a:prstGeom prst="line">
            <a:avLst/>
          </a:prstGeom>
          <a:noFill/>
          <a:ln w="19050">
            <a:solidFill>
              <a:srgbClr val="E4EB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54880"/>
            <a:ext cx="1828800" cy="512064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5488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97480" y="475488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Telegram alerts; open Running Algos to pause if needed.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63040" y="5266944"/>
            <a:ext cx="0" cy="128016"/>
          </a:xfrm>
          <a:prstGeom prst="line">
            <a:avLst/>
          </a:prstGeom>
          <a:noFill/>
          <a:ln w="19050">
            <a:solidFill>
              <a:srgbClr val="E4EB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394960"/>
            <a:ext cx="1828800" cy="512064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9496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close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697480" y="539496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Order Log — fills, exits and combined P&amp;L.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840480" cy="384048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THE CONFUSION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Behaves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B7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 people ask about most — what pausing really does, and why your open trades are always safe.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⏸️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10058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an Algo — Your Trades Stay Managed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controls the scanner that looks for NEW trades. It never touches the trades you already hold.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57800" cy="3429000"/>
          </a:xfrm>
          <a:prstGeom prst="roundRect">
            <a:avLst>
              <a:gd name="adj" fmla="val 2667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468880"/>
            <a:ext cx="1397203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139720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PAUSE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152144" y="3072384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looking for new stocks to buy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14400" y="3849624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152144" y="3730752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orders are placed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4507992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144" y="4389120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anytime — nothing is lost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5257800" cy="3429000"/>
          </a:xfrm>
          <a:prstGeom prst="roundRect">
            <a:avLst>
              <a:gd name="adj" fmla="val 2667"/>
            </a:avLst>
          </a:prstGeom>
          <a:solidFill>
            <a:srgbClr val="0F1A14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2468880"/>
            <a:ext cx="1817827" cy="310896"/>
          </a:xfrm>
          <a:prstGeom prst="roundRect">
            <a:avLst>
              <a:gd name="adj" fmla="val 50000"/>
            </a:avLst>
          </a:prstGeom>
          <a:solidFill>
            <a:srgbClr val="1B3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468880"/>
            <a:ext cx="1817827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OPEN POSITIONS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3191256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912864" y="3072384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D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&amp; target stay LIVE at the broker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75120" y="3849624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3730752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D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Move-to-cost and trailing keep working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75120" y="4507992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912864" y="4389120"/>
            <a:ext cx="4288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D7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still book; exits still detected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never pauses — only the search for new trades does.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04672" cy="804672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92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992" dirty="0"/>
          </a:p>
        </p:txBody>
      </p:sp>
      <p:sp>
        <p:nvSpPr>
          <p:cNvPr id="4" name="Text 2"/>
          <p:cNvSpPr/>
          <p:nvPr/>
        </p:nvSpPr>
        <p:spPr>
          <a:xfrm>
            <a:off x="1536192" y="457200"/>
            <a:ext cx="10058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Up — Common Questions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64792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pause, are my trades unprotected?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203704"/>
            <a:ext cx="46725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Protection lives at the broker and the app keeps managing every open position.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1764792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Test Mode place real orders?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01968" y="2203704"/>
            <a:ext cx="46725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It simulates the whole flow — zero money at risk. Untick it to go live.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300984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my server or internet restarts?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3739896"/>
            <a:ext cx="46725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stop-loss &amp; target are held at the broker, so they survive. The app reconnects and resumes.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309360" y="3136392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3300984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keep buying the same stock?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01968" y="3739896"/>
            <a:ext cx="46725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set No-Re-entry days, and Max Open caps how many trades run at once.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48640" y="4672584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37176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an error (token / IP)?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5276088"/>
            <a:ext cx="46725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 auto-pauses for the day and alerts you. Open trades stay managed — fix and resume.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6309360" y="4672584"/>
            <a:ext cx="5257800" cy="1280160"/>
          </a:xfrm>
          <a:prstGeom prst="roundRect">
            <a:avLst>
              <a:gd name="adj" fmla="val 6429"/>
            </a:avLst>
          </a:prstGeom>
          <a:solidFill>
            <a:srgbClr val="EAF6EF"/>
          </a:solidFill>
          <a:ln w="12700">
            <a:solidFill>
              <a:srgbClr val="E4EB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4837176"/>
            <a:ext cx="4672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stopping the algo close my trades?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01968" y="5276088"/>
            <a:ext cx="467258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Open positions keep being managed until they exit normally at SL or target.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669280" cy="5669280"/>
          </a:xfrm>
          <a:prstGeom prst="ellipse">
            <a:avLst/>
          </a:prstGeom>
          <a:solidFill>
            <a:srgbClr val="16281E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86868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686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endParaRPr lang="en-US" sz="323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control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33756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4D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automates the busywork — scanning, buying, protecting and booking — but every rule, every trade and every rupee is yours. It is a personal tool, not advice, and never a promise of returns.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5029200"/>
            <a:ext cx="1144829" cy="3108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029200"/>
            <a:ext cx="114482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5029200"/>
            <a:ext cx="1144829" cy="310896"/>
          </a:xfrm>
          <a:prstGeom prst="roundRect">
            <a:avLst>
              <a:gd name="adj" fmla="val 50000"/>
            </a:avLst>
          </a:prstGeom>
          <a:solidFill>
            <a:srgbClr val="1B3227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5029200"/>
            <a:ext cx="114482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BROKER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50292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1B3227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5029200"/>
            <a:ext cx="1060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Stockkar Algo — Feature Guide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37376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Stockkar</dc:creator>
  <cp:lastModifiedBy>Stockkar</cp:lastModifiedBy>
  <cp:revision>1</cp:revision>
  <dcterms:created xsi:type="dcterms:W3CDTF">2026-07-11T11:14:47Z</dcterms:created>
  <dcterms:modified xsi:type="dcterms:W3CDTF">2026-07-11T11:14:47Z</dcterms:modified>
</cp:coreProperties>
</file>